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4C37-EC41-4556-B10B-BC0FD1466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9F397-5C56-43B3-BC4F-E49781480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4FFE9-79E0-42F8-8F0E-CDCD2954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65B00-923C-42F0-A532-0C0DB00F8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F7AFC-8D50-40BE-B4A0-C9CD420C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2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4F53-F300-4C86-A541-DB5ABCA8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6951D-80BE-4F75-BB0A-57799812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7C6C5-786B-49E7-AA56-F064A9D4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5EEE8-B3B0-481F-AF0E-AEB6C3FB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A187C-FFB4-4371-8F47-F8279984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7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34E6-065F-457D-BBF9-41C07A2C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F0504-3FEC-4F94-9163-AD4B8A0CC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9608A-DC62-464D-AAD4-2767F2C1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D31C-C5BA-4349-B755-C0912405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62D6C-088D-48FA-A8E2-F3A03FBA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4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1C4F-10F7-48A5-9898-FD96ED5C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9B727-C714-487E-934C-E1605BE6F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C437F-969B-49CC-83BF-6F95964B5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594CE-FE6B-49B4-8206-85F5DE37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76C57-7094-41D0-BD80-311A3496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EC66B-47B3-412C-8CA4-13DDC92E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4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6816-ECCD-4346-AF7A-6E032549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70D92-1D11-4896-AFD2-9A8C49385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AA0-0D6D-44B9-8881-13E3475B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F68C5-D692-4D9B-B6D4-E19FF2333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71098-49B7-47E8-BAC3-400FBEDC7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51ED64-5239-42EE-863A-94EA5D0A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89C2DF-09F8-4638-9EEF-AAA15F67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91B5B-7282-4A9D-BABF-1DDDF80E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9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83DC-CF5F-4A88-AE39-F6775204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2CAEC-471C-4118-A835-6E6EDC69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7D03C-A405-436A-A83F-FB365E71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765F4-F610-4123-86AA-01C053EC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0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3EE9D-4643-40EC-8334-881B8D13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2F4F2-76DF-4D71-B5A5-A4ECB685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DF6AB-3BFA-4520-988C-08C4B3B2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9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6D23-A268-4FE3-814B-DA0834D54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5BB57-C6AE-4F46-A09C-5E53FC7C0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41FB0-1751-46BB-80C8-8A6680E8A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E38E1-66CA-4155-822C-3CAF4A01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E4506-5236-4C33-81F3-5754CB9E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C3515-74D3-4B1B-B270-CDDF3986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7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519B-C582-4D92-BA7B-AAB73573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71A6A-47A9-4180-9EED-480FEAB81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6EB04-985C-4FE2-97EE-0F9CC9149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A4C6E-60FC-4EEB-8085-B342EF52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342AE-933A-4F76-AC82-4ACB9B32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78075-97B1-4E02-9C1F-8BA906CCA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6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4F5A-27D4-434A-9442-9F5A9127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E2700-5FB0-42A4-AC10-BB07DE37A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6655C-688C-4781-9EE8-C97FA56B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47D7-A415-4883-89C7-A1634328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86AB9-57E4-40EC-9D1E-F9BA4254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8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8AF13-C479-45B9-AF78-33CFF175C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3CA1C-1771-4DB9-96CA-175A949BD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09072-F010-4F97-B945-63AFFB5F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4218F-5EA2-445B-97D2-BCD462B3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8EFC-2135-4BAC-A640-AAFD636F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1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C0355-8DDA-476B-9C39-D0CBACF1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29023-5399-4B4C-B46B-9B6C1177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4E20-D9FE-481B-9AEA-BB23755C5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BF82F-B9BB-45B5-B200-05637F00FBC1}" type="datetimeFigureOut">
              <a:rPr lang="en-US" smtClean="0"/>
              <a:t>8/4/2019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6102C-FBFD-4527-AAAB-C43040A2F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93523-B5F9-4885-A74A-FBF3FCDCF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2E9FD-FDC4-4D8C-951F-05856EE64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4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0B1-A6ED-49DF-B7F5-DA7064BD7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7336" y="1449421"/>
            <a:ext cx="3784060" cy="19924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400" kern="0" spc="-100" dirty="0">
                <a:solidFill>
                  <a:schemeClr val="bg1">
                    <a:lumMod val="95000"/>
                  </a:schemeClr>
                </a:solidFill>
                <a:latin typeface="Product Sans" panose="020B0403030502040203" pitchFamily="34" charset="0"/>
              </a:rPr>
              <a:t>Arpit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E1ED7-ACD2-4E92-AFC2-BA411289D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3719" y="3115656"/>
            <a:ext cx="3297678" cy="1655762"/>
          </a:xfrm>
        </p:spPr>
        <p:txBody>
          <a:bodyPr>
            <a:normAutofit lnSpcReduction="10000"/>
          </a:bodyPr>
          <a:lstStyle/>
          <a:p>
            <a:r>
              <a:rPr lang="en-US" sz="12400" kern="0" spc="-100" dirty="0">
                <a:solidFill>
                  <a:schemeClr val="bg1">
                    <a:lumMod val="95000"/>
                  </a:schemeClr>
                </a:solidFill>
                <a:latin typeface="Product Sans" panose="020B0403030502040203" pitchFamily="34" charset="0"/>
                <a:ea typeface="+mj-ea"/>
                <a:cs typeface="+mj-cs"/>
              </a:rPr>
              <a:t>Jain</a:t>
            </a:r>
          </a:p>
        </p:txBody>
      </p:sp>
    </p:spTree>
    <p:extLst>
      <p:ext uri="{BB962C8B-B14F-4D97-AF65-F5344CB8AC3E}">
        <p14:creationId xmlns:p14="http://schemas.microsoft.com/office/powerpoint/2010/main" val="3002117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Product Sans</vt:lpstr>
      <vt:lpstr>Office Theme</vt:lpstr>
      <vt:lpstr>Arpit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Arpit Jain.</dc:title>
  <dc:creator>Arpit jain</dc:creator>
  <cp:lastModifiedBy>Arpit jain</cp:lastModifiedBy>
  <cp:revision>5</cp:revision>
  <dcterms:created xsi:type="dcterms:W3CDTF">2019-08-04T06:43:02Z</dcterms:created>
  <dcterms:modified xsi:type="dcterms:W3CDTF">2019-08-04T07:33:01Z</dcterms:modified>
</cp:coreProperties>
</file>