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3" r:id="rId6"/>
    <p:sldId id="265" r:id="rId7"/>
    <p:sldId id="266" r:id="rId8"/>
    <p:sldId id="260" r:id="rId9"/>
    <p:sldId id="261" r:id="rId10"/>
    <p:sldId id="262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6F7F9"/>
    <a:srgbClr val="339889"/>
    <a:srgbClr val="3FD3BE"/>
    <a:srgbClr val="F3F1F4"/>
    <a:srgbClr val="335C7E"/>
    <a:srgbClr val="C16C86"/>
    <a:srgbClr val="F1727F"/>
    <a:srgbClr val="F6F6F8"/>
    <a:srgbClr val="7E7E7E"/>
    <a:srgbClr val="F59E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348"/>
    <p:restoredTop sz="94669"/>
  </p:normalViewPr>
  <p:slideViewPr>
    <p:cSldViewPr snapToGrid="0" snapToObjects="1">
      <p:cViewPr>
        <p:scale>
          <a:sx n="134" d="100"/>
          <a:sy n="134" d="100"/>
        </p:scale>
        <p:origin x="56" y="1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B2FEA-DC8A-444E-8028-8AD7BC3A8F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8E68B-DFED-3146-8DA8-1F907A300B0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9B45D8-C3D8-AB49-868D-8B60E18253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D31139-8B4E-F543-ADBE-7FC5E5081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50A37A5-6096-644B-A65D-86710F1621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8739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F15F9-1C4D-754D-9609-561787D86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BB8FC9-8CE7-5C4A-8642-034A60A564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1B91BF-FF6F-9149-BBAC-7FA65D408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54F3FE-E641-9147-A08A-0F8A2D16F3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F7C761-4063-7641-B625-6847E5A8E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531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37E572-357C-0D48-BB80-CE6ECC156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3002B9-BF60-D04C-8A10-B78D129887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AEAD80-6030-0D42-9DD6-4CF8DA0B2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D7C13-BA52-0A44-AFBB-71AA3D57C9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79195-8D5C-904E-B546-EC41FC55D3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1728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4E738-DC41-D14E-86FE-88793DAE51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6FE96-F9D9-5741-8109-9674F195A7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F796A0-C19C-2440-AA79-401633D869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84DB076-0014-2246-9F23-093DA430F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C344C6-D182-F94E-B213-36746C4FF3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8C43A3E-3086-2540-82D2-40FFAA65E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7696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32748-F404-2542-B027-02682FF19B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A4346B2-B2BF-B941-B2B7-748FC20A2A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920E2D-C892-2F49-B800-B9ED586604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569997F-C63C-5B4D-B45A-034ECA85187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CB4AF34-F572-FC48-A6B4-69CC1D08BE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19E8FB7-741E-F14C-AE42-2AAEE99015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07B552-502D-494D-A2EF-70AE5DEA55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42F7135-47FC-0847-921A-847FA46B2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501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0A0F5C-1EC4-144D-AA3C-61D118577B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60B25C0-8892-9849-BE92-110159A62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D7C043-EEC4-B645-A8F6-EE24E1F7A9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D61C95E-14C0-6D43-8F4C-A4ABCD2AA3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5058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B648061-E6B7-B244-93EE-A507EF31D4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BB31124-29B9-2B4F-BB19-80BE2C50D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03196D-52BA-3145-829A-F340178DF4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59854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15CE16-97E1-E149-A7B3-2951DE8AFC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768393-11E3-1C4B-B97A-7FBD3FD6B9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6181487-21E7-D247-A652-EC09C120DCF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87EAE36-1559-244E-9799-302B7022BD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2F18B3-4721-C641-A62F-4FBE9CEAE8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C12DFB-957A-E249-A078-7B4B0D636A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875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DE698-F219-6F41-AE38-8A0724072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0212079-6E3B-8647-8D28-BC91768F0F4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F830C-BEAB-2841-B856-BDF2900133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059CC-BC41-9E40-BD91-72E48D90E8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C29BD5A-7047-E646-ABFA-4C757CF85B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A223B6-D129-F049-A69B-97C71D9219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02649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A0AACC-6A19-2442-8384-AC7EB7635A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05AB1FF-C397-6B41-84CE-F7CD557E81A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19E115-AC38-7149-8317-6A40FEAA1F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3413FB-32C8-B542-A54B-7D8EBB9D1F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E22CA-3102-5949-9A89-B50BFE4252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73267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EAB4F14-53F4-E043-907F-447CD201D8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6B4D9F5-62D6-ED45-9300-9EA2046754A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A1C682-40D3-AD4A-A61C-787682BB7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EE115-108A-5F44-B0AD-41F66E159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D041F-ACCF-FE4F-9D62-89A3E3717E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65946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5E26DEB-B8E2-6A43-BC65-BC9AE75F4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D437F74-0E5B-1642-8360-7727F2559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54989B-E22E-0A43-9B63-74F3AE4163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B30B39-B25F-9241-B1FA-1A9268F493D8}" type="datetimeFigureOut">
              <a:rPr lang="en-US" smtClean="0"/>
              <a:t>4/29/20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D16E70-86F5-D24F-A74A-8ACB32F776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DAD22-1DF2-CE4E-BA25-8C16A33F49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91338D5-7C58-5B4F-A5F9-EAB87D6DE03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39463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25847F2-3E68-984D-8276-EF12C1757DA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642" r="-1" b="4607"/>
          <a:stretch/>
        </p:blipFill>
        <p:spPr>
          <a:xfrm>
            <a:off x="413705" y="482196"/>
            <a:ext cx="4996593" cy="497920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482196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800" y="2971800"/>
            <a:ext cx="43543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999514" y="2786738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Arpit</a:t>
            </a:r>
            <a:r>
              <a:rPr lang="en-US" sz="7200" b="1" dirty="0">
                <a:solidFill>
                  <a:srgbClr val="C16C86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3543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800" y="3494312"/>
            <a:ext cx="435430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800" y="3755568"/>
            <a:ext cx="435430" cy="1240975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67400" y="384222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6988627" y="3916523"/>
            <a:ext cx="3341915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8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Jain.</a:t>
            </a:r>
            <a:r>
              <a:rPr lang="en-US" sz="7200" b="1" dirty="0">
                <a:solidFill>
                  <a:srgbClr val="7E7E7E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757991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BE2465-956D-3F4D-8178-F6F01871B930}"/>
              </a:ext>
            </a:extLst>
          </p:cNvPr>
          <p:cNvSpPr/>
          <p:nvPr/>
        </p:nvSpPr>
        <p:spPr>
          <a:xfrm>
            <a:off x="6400799" y="2971800"/>
            <a:ext cx="4136570" cy="2024743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C28455C-761E-194F-B82D-137CC00E74BE}"/>
              </a:ext>
            </a:extLst>
          </p:cNvPr>
          <p:cNvSpPr/>
          <p:nvPr/>
        </p:nvSpPr>
        <p:spPr>
          <a:xfrm>
            <a:off x="6400800" y="3233056"/>
            <a:ext cx="4136570" cy="1763487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9FB30AC-B01F-3E42-A10E-9A08927BB0B7}"/>
              </a:ext>
            </a:extLst>
          </p:cNvPr>
          <p:cNvSpPr/>
          <p:nvPr/>
        </p:nvSpPr>
        <p:spPr>
          <a:xfrm>
            <a:off x="6400799" y="3494312"/>
            <a:ext cx="4136571" cy="1502231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D9EA72A-FB9D-BD4A-B502-A59BE115DF32}"/>
              </a:ext>
            </a:extLst>
          </p:cNvPr>
          <p:cNvSpPr/>
          <p:nvPr/>
        </p:nvSpPr>
        <p:spPr>
          <a:xfrm>
            <a:off x="6400799" y="3755568"/>
            <a:ext cx="4136571" cy="1426037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6542315" y="3183334"/>
            <a:ext cx="3995054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3800" dirty="0">
                <a:solidFill>
                  <a:srgbClr val="F6F6F8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solidFill>
                  <a:srgbClr val="F6F6F8"/>
                </a:solid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463715" y="4616983"/>
            <a:ext cx="136071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F6F6F8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F6F6F8"/>
                </a:solidFill>
                <a:latin typeface="Google Sans Medium" panose="020B050303050204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744130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2" name="Sun 1">
            <a:extLst>
              <a:ext uri="{FF2B5EF4-FFF2-40B4-BE49-F238E27FC236}">
                <a16:creationId xmlns:a16="http://schemas.microsoft.com/office/drawing/2014/main" id="{6D16354A-BC87-504E-886D-F8DDF0F32742}"/>
              </a:ext>
            </a:extLst>
          </p:cNvPr>
          <p:cNvSpPr/>
          <p:nvPr/>
        </p:nvSpPr>
        <p:spPr>
          <a:xfrm>
            <a:off x="7647286" y="2016401"/>
            <a:ext cx="1632857" cy="1697434"/>
          </a:xfrm>
          <a:prstGeom prst="sun">
            <a:avLst>
              <a:gd name="adj" fmla="val 46875"/>
            </a:avLst>
          </a:prstGeom>
          <a:solidFill>
            <a:srgbClr val="F1727F"/>
          </a:solidFill>
          <a:ln>
            <a:solidFill>
              <a:srgbClr val="F172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5057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077833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3077736"/>
            <a:ext cx="4996593" cy="2514299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36DDD5B-F86E-2942-B8A4-3D1973AC4616}"/>
              </a:ext>
            </a:extLst>
          </p:cNvPr>
          <p:cNvSpPr txBox="1"/>
          <p:nvPr/>
        </p:nvSpPr>
        <p:spPr>
          <a:xfrm>
            <a:off x="5965419" y="3183334"/>
            <a:ext cx="4849540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3800" dirty="0">
                <a:solidFill>
                  <a:srgbClr val="335C7E"/>
                </a:solidFill>
                <a:latin typeface="SignPainter HouseScript" panose="02000006070000020004" pitchFamily="2" charset="0"/>
                <a:cs typeface="Forte" panose="020F0502020204030204" pitchFamily="34" charset="0"/>
              </a:rPr>
              <a:t>Arpit</a:t>
            </a:r>
            <a:r>
              <a:rPr lang="en-US" sz="9600" dirty="0">
                <a:blipFill dpi="0" rotWithShape="1">
                  <a:blip r:embed="rId2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/>
                  <a:tile tx="-165100" ty="0" sx="30000" sy="50000" flip="none" algn="tl"/>
                </a:blipFill>
                <a:latin typeface="IBM Plex Mono ExtraLight" panose="020B0309050203000203" pitchFamily="49" charset="77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2489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JAIN.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6989164" y="5189171"/>
            <a:ext cx="2953062" cy="108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6938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6499121" y="3106168"/>
            <a:ext cx="3744200" cy="266641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2572D4-543B-C547-A8F1-ACBD4D0435CC}"/>
              </a:ext>
            </a:extLst>
          </p:cNvPr>
          <p:cNvSpPr txBox="1"/>
          <p:nvPr/>
        </p:nvSpPr>
        <p:spPr>
          <a:xfrm rot="10800000" flipH="1">
            <a:off x="6368435" y="3823780"/>
            <a:ext cx="3929204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i-IN" sz="11000" b="1" dirty="0">
                <a:solidFill>
                  <a:srgbClr val="339889"/>
                </a:solidFill>
                <a:latin typeface="Google Sans" panose="020B0503030502040204" pitchFamily="34" charset="0"/>
              </a:rPr>
              <a:t>अर्पित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3902F90-FD5E-FF4C-AA58-8E79559E6E9D}"/>
              </a:ext>
            </a:extLst>
          </p:cNvPr>
          <p:cNvSpPr txBox="1"/>
          <p:nvPr/>
        </p:nvSpPr>
        <p:spPr>
          <a:xfrm>
            <a:off x="6553439" y="3255761"/>
            <a:ext cx="368988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800" b="1" dirty="0">
                <a:solidFill>
                  <a:srgbClr val="339889"/>
                </a:solidFill>
                <a:latin typeface="Google Sans" panose="020B0503030502040204" pitchFamily="34" charset="0"/>
              </a:rPr>
              <a:t>ARPIT</a:t>
            </a:r>
            <a:r>
              <a:rPr lang="en-US" sz="80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281527" y="2795937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339889"/>
                </a:solidFill>
                <a:latin typeface="Google Sans" panose="020B0503030502040204" pitchFamily="34" charset="0"/>
              </a:rPr>
              <a:t>JAIN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C0332C3-83A8-6448-ACCE-4B373BF094FA}"/>
              </a:ext>
            </a:extLst>
          </p:cNvPr>
          <p:cNvSpPr/>
          <p:nvPr/>
        </p:nvSpPr>
        <p:spPr>
          <a:xfrm>
            <a:off x="6704977" y="4164458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C6D7C0E-C3B4-4B4A-93ED-A445237BE813}"/>
              </a:ext>
            </a:extLst>
          </p:cNvPr>
          <p:cNvSpPr/>
          <p:nvPr/>
        </p:nvSpPr>
        <p:spPr>
          <a:xfrm>
            <a:off x="6995141" y="4322233"/>
            <a:ext cx="130686" cy="405341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ED9B19C-967A-D146-94CB-6138C259257F}"/>
              </a:ext>
            </a:extLst>
          </p:cNvPr>
          <p:cNvSpPr/>
          <p:nvPr/>
        </p:nvSpPr>
        <p:spPr>
          <a:xfrm>
            <a:off x="9032875" y="3514726"/>
            <a:ext cx="63540" cy="15494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E8FF7F-B4C3-C84F-ADD1-39A58A04296A}"/>
              </a:ext>
            </a:extLst>
          </p:cNvPr>
          <p:cNvSpPr/>
          <p:nvPr/>
        </p:nvSpPr>
        <p:spPr>
          <a:xfrm>
            <a:off x="7635342" y="3458030"/>
            <a:ext cx="130686" cy="972456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8046A0-6631-E342-9604-76B471D4492E}"/>
              </a:ext>
            </a:extLst>
          </p:cNvPr>
          <p:cNvSpPr/>
          <p:nvPr/>
        </p:nvSpPr>
        <p:spPr>
          <a:xfrm>
            <a:off x="7808466" y="3542156"/>
            <a:ext cx="130686" cy="83753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B4DB-094C-8948-9EA3-B7A95F52CCD0}"/>
              </a:ext>
            </a:extLst>
          </p:cNvPr>
          <p:cNvSpPr txBox="1"/>
          <p:nvPr/>
        </p:nvSpPr>
        <p:spPr>
          <a:xfrm rot="10800000">
            <a:off x="6534217" y="5041315"/>
            <a:ext cx="79083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2400" b="1" dirty="0">
                <a:solidFill>
                  <a:srgbClr val="339889"/>
                </a:solidFill>
              </a:rPr>
              <a:t>जैन</a:t>
            </a:r>
            <a:r>
              <a:rPr lang="en-US" sz="5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894A55E-70FC-7A4D-BEA7-0731DFABF274}"/>
              </a:ext>
            </a:extLst>
          </p:cNvPr>
          <p:cNvSpPr/>
          <p:nvPr/>
        </p:nvSpPr>
        <p:spPr>
          <a:xfrm>
            <a:off x="6639634" y="4614292"/>
            <a:ext cx="130686" cy="89966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41237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80A1A0F-1EA1-6A4B-85BA-F7C43B130CD3}"/>
              </a:ext>
            </a:extLst>
          </p:cNvPr>
          <p:cNvSpPr/>
          <p:nvPr/>
        </p:nvSpPr>
        <p:spPr>
          <a:xfrm>
            <a:off x="838331" y="1382305"/>
            <a:ext cx="5052672" cy="2243837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20B4DB-094C-8948-9EA3-B7A95F52CCD0}"/>
              </a:ext>
            </a:extLst>
          </p:cNvPr>
          <p:cNvSpPr txBox="1"/>
          <p:nvPr/>
        </p:nvSpPr>
        <p:spPr>
          <a:xfrm>
            <a:off x="997745" y="584981"/>
            <a:ext cx="3626344" cy="26468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hi-IN" sz="8800" b="1" dirty="0">
                <a:solidFill>
                  <a:srgbClr val="339889"/>
                </a:solidFill>
              </a:rPr>
              <a:t>नमस्ते</a:t>
            </a:r>
            <a:r>
              <a:rPr lang="en-US" sz="166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DC5ADFD-DCCF-2749-9642-1FD2736A46E4}"/>
              </a:ext>
            </a:extLst>
          </p:cNvPr>
          <p:cNvSpPr txBox="1"/>
          <p:nvPr/>
        </p:nvSpPr>
        <p:spPr>
          <a:xfrm>
            <a:off x="882229" y="2349037"/>
            <a:ext cx="5113930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0" b="1" dirty="0">
                <a:solidFill>
                  <a:srgbClr val="339889"/>
                </a:solidFill>
                <a:latin typeface="Google Sans" panose="020B0503030502040204" pitchFamily="34" charset="0"/>
              </a:rPr>
              <a:t>NAMASTE.</a:t>
            </a:r>
            <a:r>
              <a:rPr lang="en-US" sz="6900" b="1" dirty="0">
                <a:solidFill>
                  <a:srgbClr val="339889"/>
                </a:solidFill>
                <a:latin typeface="Google Sans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6A34D92-C254-FC42-A1AB-ACDBB7F8E0AF}"/>
              </a:ext>
            </a:extLst>
          </p:cNvPr>
          <p:cNvSpPr/>
          <p:nvPr/>
        </p:nvSpPr>
        <p:spPr>
          <a:xfrm>
            <a:off x="1630395" y="1956419"/>
            <a:ext cx="112058" cy="1258836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EA741D0-658C-AA4F-B52B-B69B3FD500EC}"/>
              </a:ext>
            </a:extLst>
          </p:cNvPr>
          <p:cNvSpPr/>
          <p:nvPr/>
        </p:nvSpPr>
        <p:spPr>
          <a:xfrm>
            <a:off x="1499708" y="2263775"/>
            <a:ext cx="130686" cy="750055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24CB61D-5924-5044-B179-5F58BB36E97A}"/>
              </a:ext>
            </a:extLst>
          </p:cNvPr>
          <p:cNvSpPr/>
          <p:nvPr/>
        </p:nvSpPr>
        <p:spPr>
          <a:xfrm>
            <a:off x="1022277" y="1986511"/>
            <a:ext cx="608117" cy="144000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CDB1660-A3B6-454D-B913-D2B3415FE912}"/>
              </a:ext>
            </a:extLst>
          </p:cNvPr>
          <p:cNvSpPr/>
          <p:nvPr/>
        </p:nvSpPr>
        <p:spPr>
          <a:xfrm rot="19731961">
            <a:off x="1471089" y="2788943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6D78E92-C3F7-284C-B5A7-CA1637D6E7CE}"/>
              </a:ext>
            </a:extLst>
          </p:cNvPr>
          <p:cNvSpPr/>
          <p:nvPr/>
        </p:nvSpPr>
        <p:spPr>
          <a:xfrm rot="20329332">
            <a:off x="3578899" y="2547330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6C8524E-9F7D-B54E-8454-621C6CF3C87C}"/>
              </a:ext>
            </a:extLst>
          </p:cNvPr>
          <p:cNvSpPr/>
          <p:nvPr/>
        </p:nvSpPr>
        <p:spPr>
          <a:xfrm rot="19107136">
            <a:off x="2962295" y="2500606"/>
            <a:ext cx="137559" cy="152215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ECE0C50-4ED7-B54F-99EF-4E66380C2156}"/>
              </a:ext>
            </a:extLst>
          </p:cNvPr>
          <p:cNvSpPr/>
          <p:nvPr/>
        </p:nvSpPr>
        <p:spPr>
          <a:xfrm rot="20354526">
            <a:off x="3644676" y="2449034"/>
            <a:ext cx="66518" cy="247925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E384B5F-4FFC-DA4E-AD63-4AE6AA2EAB4A}"/>
              </a:ext>
            </a:extLst>
          </p:cNvPr>
          <p:cNvSpPr/>
          <p:nvPr/>
        </p:nvSpPr>
        <p:spPr>
          <a:xfrm rot="5400000">
            <a:off x="1478560" y="2048855"/>
            <a:ext cx="112058" cy="32729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A17F3847-CB06-7340-85D6-8C2C1147AE9D}"/>
              </a:ext>
            </a:extLst>
          </p:cNvPr>
          <p:cNvSpPr/>
          <p:nvPr/>
        </p:nvSpPr>
        <p:spPr>
          <a:xfrm rot="5400000">
            <a:off x="1080021" y="2533842"/>
            <a:ext cx="1238400" cy="126000"/>
          </a:xfrm>
          <a:prstGeom prst="rect">
            <a:avLst/>
          </a:prstGeom>
          <a:solidFill>
            <a:srgbClr val="339889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11FEFAC8-7FCF-4B4B-A4DD-7238A1D38A71}"/>
              </a:ext>
            </a:extLst>
          </p:cNvPr>
          <p:cNvSpPr/>
          <p:nvPr/>
        </p:nvSpPr>
        <p:spPr>
          <a:xfrm>
            <a:off x="1198776" y="2251008"/>
            <a:ext cx="129600" cy="129600"/>
          </a:xfrm>
          <a:prstGeom prst="ellipse">
            <a:avLst/>
          </a:prstGeom>
          <a:solidFill>
            <a:srgbClr val="F6F7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4F085F0B-3CBD-4649-8B5C-C58B27E83155}"/>
              </a:ext>
            </a:extLst>
          </p:cNvPr>
          <p:cNvSpPr/>
          <p:nvPr/>
        </p:nvSpPr>
        <p:spPr>
          <a:xfrm>
            <a:off x="1970301" y="2279583"/>
            <a:ext cx="111600" cy="111600"/>
          </a:xfrm>
          <a:prstGeom prst="ellipse">
            <a:avLst/>
          </a:prstGeom>
          <a:solidFill>
            <a:srgbClr val="F6F7F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019348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5965419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5829296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8809496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D60967A-5C64-3F43-8D6D-A2B42DD03D0E}"/>
              </a:ext>
            </a:extLst>
          </p:cNvPr>
          <p:cNvSpPr/>
          <p:nvPr/>
        </p:nvSpPr>
        <p:spPr>
          <a:xfrm>
            <a:off x="8809496" y="5495979"/>
            <a:ext cx="2160000" cy="108000"/>
          </a:xfrm>
          <a:prstGeom prst="rect">
            <a:avLst/>
          </a:prstGeom>
          <a:solidFill>
            <a:srgbClr val="F59E9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6E91D9A-3F17-CD48-80AF-BE2201A25D59}"/>
              </a:ext>
            </a:extLst>
          </p:cNvPr>
          <p:cNvSpPr/>
          <p:nvPr/>
        </p:nvSpPr>
        <p:spPr>
          <a:xfrm>
            <a:off x="10883897" y="612828"/>
            <a:ext cx="108000" cy="2160000"/>
          </a:xfrm>
          <a:prstGeom prst="rect">
            <a:avLst/>
          </a:prstGeom>
          <a:solidFill>
            <a:srgbClr val="F1727F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E7A09BF-47D5-7249-8FDD-25D8B773A542}"/>
              </a:ext>
            </a:extLst>
          </p:cNvPr>
          <p:cNvSpPr/>
          <p:nvPr/>
        </p:nvSpPr>
        <p:spPr>
          <a:xfrm>
            <a:off x="5965395" y="612828"/>
            <a:ext cx="2160000" cy="108000"/>
          </a:xfrm>
          <a:prstGeom prst="rect">
            <a:avLst/>
          </a:prstGeom>
          <a:solidFill>
            <a:srgbClr val="C16C86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AF850E0-8C52-7B4C-A384-A31B2EAC3111}"/>
              </a:ext>
            </a:extLst>
          </p:cNvPr>
          <p:cNvSpPr/>
          <p:nvPr/>
        </p:nvSpPr>
        <p:spPr>
          <a:xfrm>
            <a:off x="5965395" y="3432036"/>
            <a:ext cx="108000" cy="2160000"/>
          </a:xfrm>
          <a:prstGeom prst="rect">
            <a:avLst/>
          </a:prstGeom>
          <a:solidFill>
            <a:srgbClr val="335C7E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7264995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7409009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87853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8F3E1A-564F-0945-A6DE-D9139DAF94D4}"/>
              </a:ext>
            </a:extLst>
          </p:cNvPr>
          <p:cNvSpPr/>
          <p:nvPr/>
        </p:nvSpPr>
        <p:spPr>
          <a:xfrm>
            <a:off x="7064877" y="612828"/>
            <a:ext cx="4996593" cy="4979208"/>
          </a:xfrm>
          <a:prstGeom prst="rect">
            <a:avLst/>
          </a:prstGeom>
          <a:solidFill>
            <a:srgbClr val="F6F7F8"/>
          </a:solidFill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FC01515-0C75-A94E-A507-2C5D301A0614}"/>
              </a:ext>
            </a:extLst>
          </p:cNvPr>
          <p:cNvSpPr/>
          <p:nvPr/>
        </p:nvSpPr>
        <p:spPr>
          <a:xfrm>
            <a:off x="6928754" y="503965"/>
            <a:ext cx="5192486" cy="5178378"/>
          </a:xfrm>
          <a:prstGeom prst="rect">
            <a:avLst/>
          </a:prstGeom>
          <a:noFill/>
          <a:ln w="127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29F524-8735-6445-BDB9-D34750F6F8E1}"/>
              </a:ext>
            </a:extLst>
          </p:cNvPr>
          <p:cNvSpPr txBox="1"/>
          <p:nvPr/>
        </p:nvSpPr>
        <p:spPr>
          <a:xfrm>
            <a:off x="9908954" y="4651176"/>
            <a:ext cx="141219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335C7E"/>
                </a:solidFill>
                <a:latin typeface="Google Sans" panose="020B0503030502040204" pitchFamily="34" charset="0"/>
              </a:rPr>
              <a:t>BACK</a:t>
            </a:r>
            <a:r>
              <a:rPr lang="en-US" sz="2400" b="1" dirty="0">
                <a:solidFill>
                  <a:srgbClr val="335C7E"/>
                </a:solidFill>
                <a:latin typeface="Google Sans Medium" panose="020B0503030502040204" pitchFamily="34" charset="0"/>
              </a:rPr>
              <a:t> </a:t>
            </a:r>
          </a:p>
        </p:txBody>
      </p:sp>
      <p:sp>
        <p:nvSpPr>
          <p:cNvPr id="3" name="L-shape 2">
            <a:extLst>
              <a:ext uri="{FF2B5EF4-FFF2-40B4-BE49-F238E27FC236}">
                <a16:creationId xmlns:a16="http://schemas.microsoft.com/office/drawing/2014/main" id="{9DAFBCD1-02A0-C243-AD90-AE00844EA27C}"/>
              </a:ext>
            </a:extLst>
          </p:cNvPr>
          <p:cNvSpPr/>
          <p:nvPr/>
        </p:nvSpPr>
        <p:spPr>
          <a:xfrm rot="2652370">
            <a:off x="8364453" y="2242032"/>
            <a:ext cx="1720800" cy="1720800"/>
          </a:xfrm>
          <a:prstGeom prst="corner">
            <a:avLst>
              <a:gd name="adj1" fmla="val 28205"/>
              <a:gd name="adj2" fmla="val 27564"/>
            </a:avLst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22B226-3D3D-0C4D-A38D-EAFD59989359}"/>
              </a:ext>
            </a:extLst>
          </p:cNvPr>
          <p:cNvSpPr/>
          <p:nvPr/>
        </p:nvSpPr>
        <p:spPr>
          <a:xfrm>
            <a:off x="8508467" y="2825903"/>
            <a:ext cx="2069182" cy="553057"/>
          </a:xfrm>
          <a:prstGeom prst="rect">
            <a:avLst/>
          </a:prstGeom>
          <a:solidFill>
            <a:srgbClr val="335C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L-shape 13">
            <a:extLst>
              <a:ext uri="{FF2B5EF4-FFF2-40B4-BE49-F238E27FC236}">
                <a16:creationId xmlns:a16="http://schemas.microsoft.com/office/drawing/2014/main" id="{485B310F-9058-C34C-857B-7E8BBF30E2DF}"/>
              </a:ext>
            </a:extLst>
          </p:cNvPr>
          <p:cNvSpPr/>
          <p:nvPr/>
        </p:nvSpPr>
        <p:spPr>
          <a:xfrm rot="2652370">
            <a:off x="1243808" y="1642009"/>
            <a:ext cx="1720800" cy="1720800"/>
          </a:xfrm>
          <a:prstGeom prst="corner">
            <a:avLst>
              <a:gd name="adj1" fmla="val 23254"/>
              <a:gd name="adj2" fmla="val 21743"/>
            </a:avLst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57DA880-815F-7147-B000-379DD7AB3ACF}"/>
              </a:ext>
            </a:extLst>
          </p:cNvPr>
          <p:cNvSpPr/>
          <p:nvPr/>
        </p:nvSpPr>
        <p:spPr>
          <a:xfrm>
            <a:off x="1387822" y="2299483"/>
            <a:ext cx="2069182" cy="405851"/>
          </a:xfrm>
          <a:prstGeom prst="rect">
            <a:avLst/>
          </a:prstGeom>
          <a:solidFill>
            <a:srgbClr val="F3F1F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63851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A427F68-04E0-7C40-B84B-D8B8ADB897CF}"/>
              </a:ext>
            </a:extLst>
          </p:cNvPr>
          <p:cNvSpPr/>
          <p:nvPr/>
        </p:nvSpPr>
        <p:spPr>
          <a:xfrm>
            <a:off x="154684" y="438303"/>
            <a:ext cx="5756259" cy="458001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1685247-8415-414F-B3CE-089251D6C360}"/>
              </a:ext>
            </a:extLst>
          </p:cNvPr>
          <p:cNvSpPr/>
          <p:nvPr/>
        </p:nvSpPr>
        <p:spPr>
          <a:xfrm>
            <a:off x="12700" y="3000375"/>
            <a:ext cx="12166600" cy="148514"/>
          </a:xfrm>
          <a:prstGeom prst="rect">
            <a:avLst/>
          </a:prstGeom>
          <a:solidFill>
            <a:srgbClr val="33988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4785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2255</TotalTime>
  <Words>24</Words>
  <Application>Microsoft Macintosh PowerPoint</Application>
  <PresentationFormat>Widescreen</PresentationFormat>
  <Paragraphs>18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8" baseType="lpstr">
      <vt:lpstr>Arial</vt:lpstr>
      <vt:lpstr>Calibri</vt:lpstr>
      <vt:lpstr>Calibri Light</vt:lpstr>
      <vt:lpstr>Google Sans</vt:lpstr>
      <vt:lpstr>Google Sans Medium</vt:lpstr>
      <vt:lpstr>IBM Plex Mono ExtraLight</vt:lpstr>
      <vt:lpstr>SignPainter HouseScript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Arpit Jain</dc:creator>
  <cp:lastModifiedBy>Arpit Jain</cp:lastModifiedBy>
  <cp:revision>23</cp:revision>
  <dcterms:created xsi:type="dcterms:W3CDTF">2019-11-23T18:52:18Z</dcterms:created>
  <dcterms:modified xsi:type="dcterms:W3CDTF">2020-04-29T15:35:38Z</dcterms:modified>
</cp:coreProperties>
</file>