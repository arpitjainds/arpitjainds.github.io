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5" r:id="rId7"/>
    <p:sldId id="266" r:id="rId8"/>
    <p:sldId id="260" r:id="rId9"/>
    <p:sldId id="261" r:id="rId10"/>
    <p:sldId id="267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5C7E"/>
    <a:srgbClr val="F6F7F9"/>
    <a:srgbClr val="339889"/>
    <a:srgbClr val="3FD3BE"/>
    <a:srgbClr val="F3F1F4"/>
    <a:srgbClr val="C16C86"/>
    <a:srgbClr val="F1727F"/>
    <a:srgbClr val="F6F6F8"/>
    <a:srgbClr val="7E7E7E"/>
    <a:srgbClr val="F59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69"/>
  </p:normalViewPr>
  <p:slideViewPr>
    <p:cSldViewPr snapToGrid="0" snapToObjects="1">
      <p:cViewPr varScale="1">
        <p:scale>
          <a:sx n="115" d="100"/>
          <a:sy n="115" d="100"/>
        </p:scale>
        <p:origin x="2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2FEA-DC8A-444E-8028-8AD7BC3A8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8E68B-DFED-3146-8DA8-1F907A300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B45D8-C3D8-AB49-868D-8B60E182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31139-8B4E-F543-ADBE-7FC5E508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37A5-6096-644B-A65D-86710F162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3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F15F9-1C4D-754D-9609-561787D8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B8FC9-8CE7-5C4A-8642-034A60A56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B91BF-FF6F-9149-BBAC-7FA65D408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4F3FE-E641-9147-A08A-0F8A2D16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7C761-4063-7641-B625-6847E5A8E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53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E572-357C-0D48-BB80-CE6ECC156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02B9-BF60-D04C-8A10-B78D12988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EAD80-6030-0D42-9DD6-4CF8DA0B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D7C13-BA52-0A44-AFBB-71AA3D57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79195-8D5C-904E-B546-EC41FC55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2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E738-DC41-D14E-86FE-88793DAE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6FE96-F9D9-5741-8109-9674F195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796A0-C19C-2440-AA79-401633D86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B076-0014-2246-9F23-093DA430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344C6-D182-F94E-B213-36746C4F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43A3E-3086-2540-82D2-40FFAA65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2748-F404-2542-B027-02682FF19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346B2-B2BF-B941-B2B7-748FC20A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920E2D-C892-2F49-B800-B9ED58660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69997F-C63C-5B4D-B45A-034ECA851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4AF34-F572-FC48-A6B4-69CC1D08BE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9E8FB7-741E-F14C-AE42-2AAEE9901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7B552-502D-494D-A2EF-70AE5D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F7135-47FC-0847-921A-847FA46B2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A0F5C-1EC4-144D-AA3C-61D118577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B25C0-8892-9849-BE92-110159A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7C043-EEC4-B645-A8F6-EE24E1F7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1C95E-14C0-6D43-8F4C-A4ABCD2A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5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48061-E6B7-B244-93EE-A507EF31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B31124-29B9-2B4F-BB19-80BE2C50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3196D-52BA-3145-829A-F340178D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8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E16-97E1-E149-A7B3-2951DE8AF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68393-11E3-1C4B-B97A-7FBD3FD6B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81487-21E7-D247-A652-EC09C120D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EAE36-1559-244E-9799-302B7022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F18B3-4721-C641-A62F-4FBE9CEA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12DFB-957A-E249-A078-7B4B0D63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8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DE698-F219-6F41-AE38-8A0724072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212079-6E3B-8647-8D28-BC91768F0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F830C-BEAB-2841-B856-BDF290013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059CC-BC41-9E40-BD91-72E48D90E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9BD5A-7047-E646-ABFA-4C757CF8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A223B6-D129-F049-A69B-97C71D92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64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AACC-6A19-2442-8384-AC7EB763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AB1FF-C397-6B41-84CE-F7CD557E8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E115-AC38-7149-8317-6A40FEAA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13FB-32C8-B542-A54B-7D8EBB9D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E22CA-3102-5949-9A89-B50BFE425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326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B4F14-53F4-E043-907F-447CD201D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4D9F5-62D6-ED45-9300-9EA204675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1C682-40D3-AD4A-A61C-787682BB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EE115-108A-5F44-B0AD-41F66E15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D041F-ACCF-FE4F-9D62-89A3E3717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94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E26DEB-B8E2-6A43-BC65-BC9AE75F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37F74-0E5B-1642-8360-7727F2559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4989B-E22E-0A43-9B63-74F3AE4163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30B39-B25F-9241-B1FA-1A9268F493D8}" type="datetimeFigureOut">
              <a:rPr lang="en-US" smtClean="0"/>
              <a:t>5/1/20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16E70-86F5-D24F-A74A-8ACB32F77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AD22-1DF2-CE4E-BA25-8C16A33F4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46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5847F2-3E68-984D-8276-EF12C1757D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2" r="-1" b="4607"/>
          <a:stretch/>
        </p:blipFill>
        <p:spPr>
          <a:xfrm>
            <a:off x="413705" y="482196"/>
            <a:ext cx="4996593" cy="49792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482196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800" y="2971800"/>
            <a:ext cx="43543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999514" y="2786738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Arpit</a:t>
            </a:r>
            <a:r>
              <a:rPr lang="en-US" sz="7200" b="1" dirty="0">
                <a:solidFill>
                  <a:srgbClr val="C16C86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3543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800" y="3494312"/>
            <a:ext cx="435430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800" y="3755568"/>
            <a:ext cx="435430" cy="1240975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67400" y="384222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6988627" y="3916523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Jain.</a:t>
            </a:r>
            <a:r>
              <a:rPr lang="en-US" sz="72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5799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799" y="2971800"/>
            <a:ext cx="413657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13657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799" y="3494312"/>
            <a:ext cx="4136571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799" y="3755568"/>
            <a:ext cx="4136571" cy="1426037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542315" y="3183334"/>
            <a:ext cx="399505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rgbClr val="F6F6F8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solidFill>
                  <a:srgbClr val="F6F6F8"/>
                </a:solid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463715" y="4616983"/>
            <a:ext cx="13607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6F6F8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F6F6F8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4413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2" name="Sun 1">
            <a:extLst>
              <a:ext uri="{FF2B5EF4-FFF2-40B4-BE49-F238E27FC236}">
                <a16:creationId xmlns:a16="http://schemas.microsoft.com/office/drawing/2014/main" id="{6D16354A-BC87-504E-886D-F8DDF0F32742}"/>
              </a:ext>
            </a:extLst>
          </p:cNvPr>
          <p:cNvSpPr/>
          <p:nvPr/>
        </p:nvSpPr>
        <p:spPr>
          <a:xfrm>
            <a:off x="7647286" y="2016401"/>
            <a:ext cx="1632857" cy="1697434"/>
          </a:xfrm>
          <a:prstGeom prst="sun">
            <a:avLst>
              <a:gd name="adj" fmla="val 46875"/>
            </a:avLst>
          </a:prstGeom>
          <a:solidFill>
            <a:srgbClr val="F1727F"/>
          </a:solidFill>
          <a:ln>
            <a:solidFill>
              <a:srgbClr val="F172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57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78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3077736"/>
            <a:ext cx="4996593" cy="2514299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6989164" y="5189171"/>
            <a:ext cx="2953062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69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6499121" y="3106168"/>
            <a:ext cx="3744200" cy="266641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2572D4-543B-C547-A8F1-ACBD4D0435CC}"/>
              </a:ext>
            </a:extLst>
          </p:cNvPr>
          <p:cNvSpPr txBox="1"/>
          <p:nvPr/>
        </p:nvSpPr>
        <p:spPr>
          <a:xfrm rot="10800000" flipH="1">
            <a:off x="6368435" y="3823780"/>
            <a:ext cx="392920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i-IN" sz="11000" b="1" dirty="0">
                <a:solidFill>
                  <a:srgbClr val="339889"/>
                </a:solidFill>
                <a:latin typeface="Google Sans" panose="020B0503030502040204" pitchFamily="34" charset="0"/>
              </a:rPr>
              <a:t>अर्पित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02F90-FD5E-FF4C-AA58-8E79559E6E9D}"/>
              </a:ext>
            </a:extLst>
          </p:cNvPr>
          <p:cNvSpPr txBox="1"/>
          <p:nvPr/>
        </p:nvSpPr>
        <p:spPr>
          <a:xfrm>
            <a:off x="6553439" y="3255761"/>
            <a:ext cx="368988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b="1" dirty="0">
                <a:solidFill>
                  <a:srgbClr val="339889"/>
                </a:solidFill>
                <a:latin typeface="Google Sans" panose="020B0503030502040204" pitchFamily="34" charset="0"/>
              </a:rPr>
              <a:t>ARPIT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281527" y="2795937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339889"/>
                </a:solidFill>
                <a:latin typeface="Google Sans" panose="020B0503030502040204" pitchFamily="34" charset="0"/>
              </a:rPr>
              <a:t>JAIN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332C3-83A8-6448-ACCE-4B373BF094FA}"/>
              </a:ext>
            </a:extLst>
          </p:cNvPr>
          <p:cNvSpPr/>
          <p:nvPr/>
        </p:nvSpPr>
        <p:spPr>
          <a:xfrm>
            <a:off x="6704977" y="4164458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D7C0E-C3B4-4B4A-93ED-A445237BE813}"/>
              </a:ext>
            </a:extLst>
          </p:cNvPr>
          <p:cNvSpPr/>
          <p:nvPr/>
        </p:nvSpPr>
        <p:spPr>
          <a:xfrm>
            <a:off x="6995141" y="4322233"/>
            <a:ext cx="130686" cy="405341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D9B19C-967A-D146-94CB-6138C259257F}"/>
              </a:ext>
            </a:extLst>
          </p:cNvPr>
          <p:cNvSpPr/>
          <p:nvPr/>
        </p:nvSpPr>
        <p:spPr>
          <a:xfrm>
            <a:off x="9032875" y="3514726"/>
            <a:ext cx="63540" cy="1549400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FF7F-B4C3-C84F-ADD1-39A58A04296A}"/>
              </a:ext>
            </a:extLst>
          </p:cNvPr>
          <p:cNvSpPr/>
          <p:nvPr/>
        </p:nvSpPr>
        <p:spPr>
          <a:xfrm>
            <a:off x="7635342" y="3458030"/>
            <a:ext cx="130686" cy="972456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8046A0-6631-E342-9604-76B471D4492E}"/>
              </a:ext>
            </a:extLst>
          </p:cNvPr>
          <p:cNvSpPr/>
          <p:nvPr/>
        </p:nvSpPr>
        <p:spPr>
          <a:xfrm>
            <a:off x="7808466" y="3542156"/>
            <a:ext cx="130686" cy="83753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0B4DB-094C-8948-9EA3-B7A95F52CCD0}"/>
              </a:ext>
            </a:extLst>
          </p:cNvPr>
          <p:cNvSpPr txBox="1"/>
          <p:nvPr/>
        </p:nvSpPr>
        <p:spPr>
          <a:xfrm rot="10800000">
            <a:off x="6534217" y="5041315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2400" b="1" dirty="0">
                <a:solidFill>
                  <a:srgbClr val="339889"/>
                </a:solidFill>
              </a:rPr>
              <a:t>जैन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4A55E-70FC-7A4D-BEA7-0731DFABF274}"/>
              </a:ext>
            </a:extLst>
          </p:cNvPr>
          <p:cNvSpPr/>
          <p:nvPr/>
        </p:nvSpPr>
        <p:spPr>
          <a:xfrm>
            <a:off x="6639634" y="4614292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123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80A1A0F-1EA1-6A4B-85BA-F7C43B130CD3}"/>
              </a:ext>
            </a:extLst>
          </p:cNvPr>
          <p:cNvSpPr/>
          <p:nvPr/>
        </p:nvSpPr>
        <p:spPr>
          <a:xfrm>
            <a:off x="838331" y="1382305"/>
            <a:ext cx="5052672" cy="2243837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0B4DB-094C-8948-9EA3-B7A95F52CCD0}"/>
              </a:ext>
            </a:extLst>
          </p:cNvPr>
          <p:cNvSpPr txBox="1"/>
          <p:nvPr/>
        </p:nvSpPr>
        <p:spPr>
          <a:xfrm>
            <a:off x="997745" y="584981"/>
            <a:ext cx="3626344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8800" b="1" dirty="0">
                <a:solidFill>
                  <a:srgbClr val="339889"/>
                </a:solidFill>
              </a:rPr>
              <a:t>नमस्ते</a:t>
            </a:r>
            <a:r>
              <a:rPr lang="en-US" sz="166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C5ADFD-DCCF-2749-9642-1FD2736A46E4}"/>
              </a:ext>
            </a:extLst>
          </p:cNvPr>
          <p:cNvSpPr txBox="1"/>
          <p:nvPr/>
        </p:nvSpPr>
        <p:spPr>
          <a:xfrm>
            <a:off x="882229" y="2349037"/>
            <a:ext cx="511393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0" b="1" dirty="0">
                <a:solidFill>
                  <a:srgbClr val="339889"/>
                </a:solidFill>
                <a:latin typeface="Google Sans" panose="020B0503030502040204" pitchFamily="34" charset="0"/>
              </a:rPr>
              <a:t>NAMASTE.</a:t>
            </a:r>
            <a:r>
              <a:rPr lang="en-US" sz="69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A34D92-C254-FC42-A1AB-ACDBB7F8E0AF}"/>
              </a:ext>
            </a:extLst>
          </p:cNvPr>
          <p:cNvSpPr/>
          <p:nvPr/>
        </p:nvSpPr>
        <p:spPr>
          <a:xfrm>
            <a:off x="1630395" y="1956419"/>
            <a:ext cx="112058" cy="1258836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A741D0-658C-AA4F-B52B-B69B3FD500EC}"/>
              </a:ext>
            </a:extLst>
          </p:cNvPr>
          <p:cNvSpPr/>
          <p:nvPr/>
        </p:nvSpPr>
        <p:spPr>
          <a:xfrm>
            <a:off x="1499708" y="2263775"/>
            <a:ext cx="130686" cy="750055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4CB61D-5924-5044-B179-5F58BB36E97A}"/>
              </a:ext>
            </a:extLst>
          </p:cNvPr>
          <p:cNvSpPr/>
          <p:nvPr/>
        </p:nvSpPr>
        <p:spPr>
          <a:xfrm>
            <a:off x="1022277" y="1986511"/>
            <a:ext cx="608117" cy="144000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DB1660-A3B6-454D-B913-D2B3415FE912}"/>
              </a:ext>
            </a:extLst>
          </p:cNvPr>
          <p:cNvSpPr/>
          <p:nvPr/>
        </p:nvSpPr>
        <p:spPr>
          <a:xfrm rot="19731961">
            <a:off x="1471089" y="2788943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6D78E92-C3F7-284C-B5A7-CA1637D6E7CE}"/>
              </a:ext>
            </a:extLst>
          </p:cNvPr>
          <p:cNvSpPr/>
          <p:nvPr/>
        </p:nvSpPr>
        <p:spPr>
          <a:xfrm rot="20329332">
            <a:off x="3578899" y="2547330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6C8524E-9F7D-B54E-8454-621C6CF3C87C}"/>
              </a:ext>
            </a:extLst>
          </p:cNvPr>
          <p:cNvSpPr/>
          <p:nvPr/>
        </p:nvSpPr>
        <p:spPr>
          <a:xfrm rot="19107136">
            <a:off x="2962295" y="2500606"/>
            <a:ext cx="137559" cy="152215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ECE0C50-4ED7-B54F-99EF-4E66380C2156}"/>
              </a:ext>
            </a:extLst>
          </p:cNvPr>
          <p:cNvSpPr/>
          <p:nvPr/>
        </p:nvSpPr>
        <p:spPr>
          <a:xfrm rot="20354526">
            <a:off x="3644676" y="2449034"/>
            <a:ext cx="66518" cy="247925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E384B5F-4FFC-DA4E-AD63-4AE6AA2EAB4A}"/>
              </a:ext>
            </a:extLst>
          </p:cNvPr>
          <p:cNvSpPr/>
          <p:nvPr/>
        </p:nvSpPr>
        <p:spPr>
          <a:xfrm rot="5400000">
            <a:off x="1478560" y="2048855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7F3847-CB06-7340-85D6-8C2C1147AE9D}"/>
              </a:ext>
            </a:extLst>
          </p:cNvPr>
          <p:cNvSpPr/>
          <p:nvPr/>
        </p:nvSpPr>
        <p:spPr>
          <a:xfrm rot="5400000">
            <a:off x="1080021" y="2533842"/>
            <a:ext cx="1238400" cy="126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1FEFAC8-7FCF-4B4B-A4DD-7238A1D38A71}"/>
              </a:ext>
            </a:extLst>
          </p:cNvPr>
          <p:cNvSpPr/>
          <p:nvPr/>
        </p:nvSpPr>
        <p:spPr>
          <a:xfrm>
            <a:off x="1198776" y="2251008"/>
            <a:ext cx="129600" cy="129600"/>
          </a:xfrm>
          <a:prstGeom prst="ellipse">
            <a:avLst/>
          </a:prstGeom>
          <a:solidFill>
            <a:srgbClr val="F6F7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F085F0B-3CBD-4649-8B5C-C58B27E83155}"/>
              </a:ext>
            </a:extLst>
          </p:cNvPr>
          <p:cNvSpPr/>
          <p:nvPr/>
        </p:nvSpPr>
        <p:spPr>
          <a:xfrm>
            <a:off x="1970301" y="2279583"/>
            <a:ext cx="111600" cy="111600"/>
          </a:xfrm>
          <a:prstGeom prst="ellipse">
            <a:avLst/>
          </a:prstGeom>
          <a:solidFill>
            <a:srgbClr val="F6F7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193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7264995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7409009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85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7064877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6928754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908954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8364453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8508467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485B310F-9058-C34C-857B-7E8BBF30E2DF}"/>
              </a:ext>
            </a:extLst>
          </p:cNvPr>
          <p:cNvSpPr/>
          <p:nvPr/>
        </p:nvSpPr>
        <p:spPr>
          <a:xfrm rot="2652370">
            <a:off x="1243808" y="1642009"/>
            <a:ext cx="1720800" cy="1720800"/>
          </a:xfrm>
          <a:prstGeom prst="corner">
            <a:avLst>
              <a:gd name="adj1" fmla="val 23254"/>
              <a:gd name="adj2" fmla="val 21743"/>
            </a:avLst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DA880-815F-7147-B000-379DD7AB3ACF}"/>
              </a:ext>
            </a:extLst>
          </p:cNvPr>
          <p:cNvSpPr/>
          <p:nvPr/>
        </p:nvSpPr>
        <p:spPr>
          <a:xfrm>
            <a:off x="1387822" y="2299483"/>
            <a:ext cx="2069182" cy="405851"/>
          </a:xfrm>
          <a:prstGeom prst="rect">
            <a:avLst/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85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7064877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6928754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908954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8364453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8508467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485B310F-9058-C34C-857B-7E8BBF30E2DF}"/>
              </a:ext>
            </a:extLst>
          </p:cNvPr>
          <p:cNvSpPr/>
          <p:nvPr/>
        </p:nvSpPr>
        <p:spPr>
          <a:xfrm rot="2652370">
            <a:off x="1243808" y="1642009"/>
            <a:ext cx="1720800" cy="1720800"/>
          </a:xfrm>
          <a:prstGeom prst="corner">
            <a:avLst>
              <a:gd name="adj1" fmla="val 23254"/>
              <a:gd name="adj2" fmla="val 21743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DA880-815F-7147-B000-379DD7AB3ACF}"/>
              </a:ext>
            </a:extLst>
          </p:cNvPr>
          <p:cNvSpPr/>
          <p:nvPr/>
        </p:nvSpPr>
        <p:spPr>
          <a:xfrm>
            <a:off x="1387822" y="2299483"/>
            <a:ext cx="2069182" cy="405851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244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685247-8415-414F-B3CE-089251D6C360}"/>
              </a:ext>
            </a:extLst>
          </p:cNvPr>
          <p:cNvSpPr/>
          <p:nvPr/>
        </p:nvSpPr>
        <p:spPr>
          <a:xfrm>
            <a:off x="12700" y="3000375"/>
            <a:ext cx="12166600" cy="148514"/>
          </a:xfrm>
          <a:prstGeom prst="rect">
            <a:avLst/>
          </a:prstGeom>
          <a:solidFill>
            <a:srgbClr val="3398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DAE6E3-592C-E844-9605-640FB810F79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6F7F8"/>
              </a:clrFrom>
              <a:clrTo>
                <a:srgbClr val="F6F7F8">
                  <a:alpha val="0"/>
                </a:srgbClr>
              </a:clrTo>
            </a:clrChange>
          </a:blip>
          <a:srcRect l="3920"/>
          <a:stretch/>
        </p:blipFill>
        <p:spPr>
          <a:xfrm>
            <a:off x="4404732" y="3429000"/>
            <a:ext cx="3526418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478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2260</TotalTime>
  <Words>25</Words>
  <Application>Microsoft Macintosh PowerPoint</Application>
  <PresentationFormat>Widescreen</PresentationFormat>
  <Paragraphs>19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Light</vt:lpstr>
      <vt:lpstr>Google Sans</vt:lpstr>
      <vt:lpstr>Google Sans Medium</vt:lpstr>
      <vt:lpstr>IBM Plex Mono ExtraLight</vt:lpstr>
      <vt:lpstr>SignPainter HouseScript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Arpit Jain</dc:creator>
  <cp:lastModifiedBy>Arpit Jain</cp:lastModifiedBy>
  <cp:revision>25</cp:revision>
  <dcterms:created xsi:type="dcterms:W3CDTF">2019-11-23T18:52:18Z</dcterms:created>
  <dcterms:modified xsi:type="dcterms:W3CDTF">2020-05-01T10:59:28Z</dcterms:modified>
</cp:coreProperties>
</file>