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E7E"/>
    <a:srgbClr val="C16C86"/>
    <a:srgbClr val="F59E9E"/>
    <a:srgbClr val="F1727F"/>
    <a:srgbClr val="335C7E"/>
    <a:srgbClr val="315D7F"/>
    <a:srgbClr val="176D43"/>
    <a:srgbClr val="F6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1"/>
    <p:restoredTop sz="94694"/>
  </p:normalViewPr>
  <p:slideViewPr>
    <p:cSldViewPr snapToGrid="0" snapToObjects="1">
      <p:cViewPr varScale="1">
        <p:scale>
          <a:sx n="75" d="100"/>
          <a:sy n="75" d="100"/>
        </p:scale>
        <p:origin x="19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2FEA-DC8A-444E-8028-8AD7BC3A8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8E68B-DFED-3146-8DA8-1F907A300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B45D8-C3D8-AB49-868D-8B60E182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31139-8B4E-F543-ADBE-7FC5E508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37A5-6096-644B-A65D-86710F16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15F9-1C4D-754D-9609-561787D8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8FC9-8CE7-5C4A-8642-034A60A56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B91BF-FF6F-9149-BBAC-7FA65D40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4F3FE-E641-9147-A08A-0F8A2D16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7C761-4063-7641-B625-6847E5A8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E572-357C-0D48-BB80-CE6ECC15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02B9-BF60-D04C-8A10-B78D1298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EAD80-6030-0D42-9DD6-4CF8DA0B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D7C13-BA52-0A44-AFBB-71AA3D57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9195-8D5C-904E-B546-EC41FC55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2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E738-DC41-D14E-86FE-88793DAE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FE96-F9D9-5741-8109-9674F195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796A0-C19C-2440-AA79-401633D86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DB076-0014-2246-9F23-093DA430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344C6-D182-F94E-B213-36746C4F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43A3E-3086-2540-82D2-40FFAA65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2748-F404-2542-B027-02682FF1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346B2-B2BF-B941-B2B7-748FC20A2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20E2D-C892-2F49-B800-B9ED58660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9997F-C63C-5B4D-B45A-034ECA851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4AF34-F572-FC48-A6B4-69CC1D08B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E8FB7-741E-F14C-AE42-2AAEE990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7B552-502D-494D-A2EF-70AE5DE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F7135-47FC-0847-921A-847FA46B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0F5C-1EC4-144D-AA3C-61D11857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B25C0-8892-9849-BE92-110159A6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7C043-EEC4-B645-A8F6-EE24E1F7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1C95E-14C0-6D43-8F4C-A4ABCD2A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48061-E6B7-B244-93EE-A507EF31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31124-29B9-2B4F-BB19-80BE2C50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3196D-52BA-3145-829A-F340178D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CE16-97E1-E149-A7B3-2951DE8A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8393-11E3-1C4B-B97A-7FBD3FD6B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81487-21E7-D247-A652-EC09C120D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EAE36-1559-244E-9799-302B7022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F18B3-4721-C641-A62F-4FBE9CEA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12DFB-957A-E249-A078-7B4B0D63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8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E698-F219-6F41-AE38-8A072407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12079-6E3B-8647-8D28-BC91768F0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F830C-BEAB-2841-B856-BDF290013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059CC-BC41-9E40-BD91-72E48D90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9BD5A-7047-E646-ABFA-4C757CF8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223B6-D129-F049-A69B-97C71D92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6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AACC-6A19-2442-8384-AC7EB763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AB1FF-C397-6B41-84CE-F7CD557E8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9E115-AC38-7149-8317-6A40FEAA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13FB-32C8-B542-A54B-7D8EBB9D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22CA-3102-5949-9A89-B50BFE42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B4F14-53F4-E043-907F-447CD201D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4D9F5-62D6-ED45-9300-9EA204675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1C682-40D3-AD4A-A61C-787682BB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EE115-108A-5F44-B0AD-41F66E15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D041F-ACCF-FE4F-9D62-89A3E371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26DEB-B8E2-6A43-BC65-BC9AE75F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37F74-0E5B-1642-8360-7727F2559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989B-E22E-0A43-9B63-74F3AE416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30B39-B25F-9241-B1FA-1A9268F493D8}" type="datetimeFigureOut">
              <a:rPr lang="en-US" smtClean="0"/>
              <a:t>11/24/19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16E70-86F5-D24F-A74A-8ACB32F77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AD22-1DF2-CE4E-BA25-8C16A33F4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338D5-7C58-5B4F-A5F9-EAB87D6DE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4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5847F2-3E68-984D-8276-EF12C1757D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2" r="-1" b="4607"/>
          <a:stretch/>
        </p:blipFill>
        <p:spPr>
          <a:xfrm>
            <a:off x="413705" y="482196"/>
            <a:ext cx="4996593" cy="49792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8F3E1A-564F-0945-A6DE-D9139DAF94D4}"/>
              </a:ext>
            </a:extLst>
          </p:cNvPr>
          <p:cNvSpPr/>
          <p:nvPr/>
        </p:nvSpPr>
        <p:spPr>
          <a:xfrm>
            <a:off x="5965419" y="482196"/>
            <a:ext cx="4996593" cy="4979208"/>
          </a:xfrm>
          <a:prstGeom prst="rect">
            <a:avLst/>
          </a:prstGeom>
          <a:solidFill>
            <a:srgbClr val="F6F7F8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E2465-956D-3F4D-8178-F6F01871B930}"/>
              </a:ext>
            </a:extLst>
          </p:cNvPr>
          <p:cNvSpPr/>
          <p:nvPr/>
        </p:nvSpPr>
        <p:spPr>
          <a:xfrm>
            <a:off x="6400800" y="2971800"/>
            <a:ext cx="435430" cy="2024743"/>
          </a:xfrm>
          <a:prstGeom prst="rect">
            <a:avLst/>
          </a:prstGeom>
          <a:solidFill>
            <a:srgbClr val="F59E9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DDD5B-F86E-2942-B8A4-3D1973AC4616}"/>
              </a:ext>
            </a:extLst>
          </p:cNvPr>
          <p:cNvSpPr txBox="1"/>
          <p:nvPr/>
        </p:nvSpPr>
        <p:spPr>
          <a:xfrm>
            <a:off x="6999514" y="2786738"/>
            <a:ext cx="33419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7E7E7E"/>
                </a:solidFill>
                <a:latin typeface="Google Sans Medium" panose="020B0503030502040204" pitchFamily="34" charset="0"/>
              </a:rPr>
              <a:t>Arpit</a:t>
            </a:r>
            <a:r>
              <a:rPr lang="en-US" sz="7200" b="1" dirty="0">
                <a:solidFill>
                  <a:srgbClr val="C16C86"/>
                </a:solidFill>
                <a:latin typeface="Google Sans Medium" panose="020B050303050204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8455C-761E-194F-B82D-137CC00E74BE}"/>
              </a:ext>
            </a:extLst>
          </p:cNvPr>
          <p:cNvSpPr/>
          <p:nvPr/>
        </p:nvSpPr>
        <p:spPr>
          <a:xfrm>
            <a:off x="6400800" y="3233056"/>
            <a:ext cx="435430" cy="1763487"/>
          </a:xfrm>
          <a:prstGeom prst="rect">
            <a:avLst/>
          </a:prstGeom>
          <a:solidFill>
            <a:srgbClr val="F1727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B30AC-B01F-3E42-A10E-9A08927BB0B7}"/>
              </a:ext>
            </a:extLst>
          </p:cNvPr>
          <p:cNvSpPr/>
          <p:nvPr/>
        </p:nvSpPr>
        <p:spPr>
          <a:xfrm>
            <a:off x="6400800" y="3494312"/>
            <a:ext cx="435430" cy="1502231"/>
          </a:xfrm>
          <a:prstGeom prst="rect">
            <a:avLst/>
          </a:prstGeom>
          <a:solidFill>
            <a:srgbClr val="C16C8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9EA72A-FB9D-BD4A-B502-A59BE115DF32}"/>
              </a:ext>
            </a:extLst>
          </p:cNvPr>
          <p:cNvSpPr/>
          <p:nvPr/>
        </p:nvSpPr>
        <p:spPr>
          <a:xfrm>
            <a:off x="6400800" y="3755568"/>
            <a:ext cx="435430" cy="1240975"/>
          </a:xfrm>
          <a:prstGeom prst="rect">
            <a:avLst/>
          </a:prstGeom>
          <a:solidFill>
            <a:srgbClr val="335C7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C01515-0C75-A94E-A507-2C5D301A0614}"/>
              </a:ext>
            </a:extLst>
          </p:cNvPr>
          <p:cNvSpPr/>
          <p:nvPr/>
        </p:nvSpPr>
        <p:spPr>
          <a:xfrm>
            <a:off x="5867400" y="384222"/>
            <a:ext cx="5192486" cy="517837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29F524-8735-6445-BDB9-D34750F6F8E1}"/>
              </a:ext>
            </a:extLst>
          </p:cNvPr>
          <p:cNvSpPr txBox="1"/>
          <p:nvPr/>
        </p:nvSpPr>
        <p:spPr>
          <a:xfrm>
            <a:off x="6988627" y="3916523"/>
            <a:ext cx="33419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7E7E7E"/>
                </a:solidFill>
                <a:latin typeface="Google Sans Medium" panose="020B0503030502040204" pitchFamily="34" charset="0"/>
              </a:rPr>
              <a:t>Jain.</a:t>
            </a:r>
            <a:r>
              <a:rPr lang="en-US" sz="7200" b="1" dirty="0">
                <a:solidFill>
                  <a:srgbClr val="7E7E7E"/>
                </a:solidFill>
                <a:latin typeface="Google Sans Medium" panose="020B0503030502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579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Google Sans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Jain</dc:creator>
  <cp:lastModifiedBy>Arpit Jain</cp:lastModifiedBy>
  <cp:revision>5</cp:revision>
  <dcterms:created xsi:type="dcterms:W3CDTF">2019-11-23T18:52:18Z</dcterms:created>
  <dcterms:modified xsi:type="dcterms:W3CDTF">2019-11-25T05:03:37Z</dcterms:modified>
</cp:coreProperties>
</file>