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889"/>
    <a:srgbClr val="3FD3BE"/>
    <a:srgbClr val="F3F1F4"/>
    <a:srgbClr val="335C7E"/>
    <a:srgbClr val="C16C86"/>
    <a:srgbClr val="F1727F"/>
    <a:srgbClr val="F6F6F8"/>
    <a:srgbClr val="7E7E7E"/>
    <a:srgbClr val="F59E9E"/>
    <a:srgbClr val="315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9"/>
  </p:normalViewPr>
  <p:slideViewPr>
    <p:cSldViewPr snapToGrid="0" snapToObjects="1">
      <p:cViewPr>
        <p:scale>
          <a:sx n="182" d="100"/>
          <a:sy n="182" d="100"/>
        </p:scale>
        <p:origin x="-4912" y="-1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3077736"/>
            <a:ext cx="4996593" cy="2514299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6989164" y="5189171"/>
            <a:ext cx="2953062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6240257" y="3106168"/>
            <a:ext cx="4003064" cy="266641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72D4-543B-C547-A8F1-ACBD4D0435CC}"/>
              </a:ext>
            </a:extLst>
          </p:cNvPr>
          <p:cNvSpPr txBox="1"/>
          <p:nvPr/>
        </p:nvSpPr>
        <p:spPr>
          <a:xfrm rot="10800000" flipH="1">
            <a:off x="6368435" y="3823780"/>
            <a:ext cx="392920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11000" b="1" dirty="0">
                <a:solidFill>
                  <a:srgbClr val="339889"/>
                </a:solidFill>
                <a:latin typeface="Google Sans" panose="020B0503030502040204" pitchFamily="34" charset="0"/>
              </a:rPr>
              <a:t>अर्पित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02F90-FD5E-FF4C-AA58-8E79559E6E9D}"/>
              </a:ext>
            </a:extLst>
          </p:cNvPr>
          <p:cNvSpPr txBox="1"/>
          <p:nvPr/>
        </p:nvSpPr>
        <p:spPr>
          <a:xfrm>
            <a:off x="6553439" y="3255761"/>
            <a:ext cx="36898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b="1" dirty="0">
                <a:solidFill>
                  <a:srgbClr val="339889"/>
                </a:solidFill>
                <a:latin typeface="Google Sans" panose="020B0503030502040204" pitchFamily="34" charset="0"/>
              </a:rPr>
              <a:t>ARPIT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281527" y="2795937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39889"/>
                </a:solidFill>
                <a:latin typeface="Google Sans" panose="020B0503030502040204" pitchFamily="34" charset="0"/>
              </a:rPr>
              <a:t>JAIN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332C3-83A8-6448-ACCE-4B373BF094FA}"/>
              </a:ext>
            </a:extLst>
          </p:cNvPr>
          <p:cNvSpPr/>
          <p:nvPr/>
        </p:nvSpPr>
        <p:spPr>
          <a:xfrm>
            <a:off x="6698589" y="4175609"/>
            <a:ext cx="130686" cy="487423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D7C0E-C3B4-4B4A-93ED-A445237BE813}"/>
              </a:ext>
            </a:extLst>
          </p:cNvPr>
          <p:cNvSpPr/>
          <p:nvPr/>
        </p:nvSpPr>
        <p:spPr>
          <a:xfrm>
            <a:off x="6995141" y="4322233"/>
            <a:ext cx="130686" cy="405341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9B19C-967A-D146-94CB-6138C259257F}"/>
              </a:ext>
            </a:extLst>
          </p:cNvPr>
          <p:cNvSpPr/>
          <p:nvPr/>
        </p:nvSpPr>
        <p:spPr>
          <a:xfrm>
            <a:off x="9032875" y="3514726"/>
            <a:ext cx="63540" cy="15494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FF7F-B4C3-C84F-ADD1-39A58A04296A}"/>
              </a:ext>
            </a:extLst>
          </p:cNvPr>
          <p:cNvSpPr/>
          <p:nvPr/>
        </p:nvSpPr>
        <p:spPr>
          <a:xfrm>
            <a:off x="7635342" y="3458030"/>
            <a:ext cx="130686" cy="972456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8046A0-6631-E342-9604-76B471D4492E}"/>
              </a:ext>
            </a:extLst>
          </p:cNvPr>
          <p:cNvSpPr/>
          <p:nvPr/>
        </p:nvSpPr>
        <p:spPr>
          <a:xfrm>
            <a:off x="7808466" y="3542156"/>
            <a:ext cx="130686" cy="83753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94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2228</TotalTime>
  <Words>20</Words>
  <Application>Microsoft Macintosh PowerPoint</Application>
  <PresentationFormat>Widescreen</PresentationFormat>
  <Paragraphs>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20</cp:revision>
  <dcterms:created xsi:type="dcterms:W3CDTF">2019-11-23T18:52:18Z</dcterms:created>
  <dcterms:modified xsi:type="dcterms:W3CDTF">2020-04-27T08:13:34Z</dcterms:modified>
</cp:coreProperties>
</file>