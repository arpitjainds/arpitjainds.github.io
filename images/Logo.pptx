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889"/>
    <a:srgbClr val="F3F1F4"/>
    <a:srgbClr val="335C7E"/>
    <a:srgbClr val="C16C86"/>
    <a:srgbClr val="F1727F"/>
    <a:srgbClr val="F6F6F8"/>
    <a:srgbClr val="7E7E7E"/>
    <a:srgbClr val="F59E9E"/>
    <a:srgbClr val="315D7F"/>
    <a:srgbClr val="176D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94"/>
  </p:normalViewPr>
  <p:slideViewPr>
    <p:cSldViewPr snapToGrid="0" snapToObjects="1">
      <p:cViewPr varScale="1">
        <p:scale>
          <a:sx n="115" d="100"/>
          <a:sy n="115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12/23/19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2199</TotalTime>
  <Words>14</Words>
  <Application>Microsoft Macintosh PowerPoint</Application>
  <PresentationFormat>Widescreen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17</cp:revision>
  <dcterms:created xsi:type="dcterms:W3CDTF">2019-11-23T18:52:18Z</dcterms:created>
  <dcterms:modified xsi:type="dcterms:W3CDTF">2019-12-23T17:08:46Z</dcterms:modified>
</cp:coreProperties>
</file>